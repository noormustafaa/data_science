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1" r:id="rId3"/>
    <p:sldId id="262" r:id="rId4"/>
    <p:sldId id="263" r:id="rId5"/>
    <p:sldId id="264" r:id="rId6"/>
    <p:sldId id="265" r:id="rId7"/>
    <p:sldId id="266" r:id="rId8"/>
    <p:sldId id="258" r:id="rId9"/>
    <p:sldId id="259" r:id="rId10"/>
    <p:sldId id="260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2933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2925286"/>
            <a:ext cx="9144000" cy="15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4600" y="236220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5400" y="3045460"/>
            <a:ext cx="4013200" cy="428625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600" b="0" i="0" cap="none" spc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65400" y="2397760"/>
            <a:ext cx="4013200" cy="599440"/>
          </a:xfrm>
          <a:noFill/>
          <a:ln>
            <a:noFill/>
          </a:ln>
        </p:spPr>
        <p:txBody>
          <a:bodyPr bIns="0" anchor="b"/>
          <a:lstStyle>
            <a:lvl1pPr>
              <a:defRPr>
                <a:effectLst>
                  <a:glow rad="88900">
                    <a:schemeClr val="tx1"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E855E5B4-FEE1-4FE3-9159-FAA13019778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E03AC1-34A0-47E0-B85C-ED44F3BE696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457200" y="2020824"/>
            <a:ext cx="8229600" cy="40751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855E5B4-FEE1-4FE3-9159-FAA13019778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9E03AC1-34A0-47E0-B85C-ED44F3BE696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922776"/>
            <a:ext cx="9144000" cy="2935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3921760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14600" y="336804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black">
          <a:xfrm>
            <a:off x="2529052" y="3367246"/>
            <a:ext cx="4085897" cy="706821"/>
          </a:xfrm>
          <a:prstGeom prst="rect">
            <a:avLst/>
          </a:prstGeom>
          <a:noFill/>
          <a:ln w="98425" cmpd="thinThick">
            <a:noFill/>
            <a:miter lim="800000"/>
          </a:ln>
        </p:spPr>
        <p:txBody>
          <a:bodyPr vert="horz" lIns="91440" tIns="45720" rIns="91440" bIns="0" rtlCol="0" anchor="b" anchorCtr="0">
            <a:normAutofit/>
          </a:bodyPr>
          <a:lstStyle>
            <a:lvl1pPr>
              <a:defRPr kumimoji="0" lang="en-US" sz="18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 bwMode="black">
          <a:xfrm>
            <a:off x="2518542" y="4084577"/>
            <a:ext cx="4106917" cy="397094"/>
          </a:xfrm>
        </p:spPr>
        <p:txBody>
          <a:bodyPr tIns="0" anchor="t" anchorCtr="0">
            <a:normAutofit/>
          </a:bodyPr>
          <a:lstStyle>
            <a:lvl1pPr marL="0" indent="0" algn="ctr">
              <a:buNone/>
              <a:def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5E5B4-FEE1-4FE3-9159-FAA13019778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E03AC1-34A0-47E0-B85C-ED44F3BE6963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855E5B4-FEE1-4FE3-9159-FAA13019778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9E03AC1-34A0-47E0-B85C-ED44F3BE696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819400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4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816352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kern="1200" cap="none" spc="200" baseline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6344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i="0" kern="1200" cap="none" spc="200" baseline="0" dirty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855E5B4-FEE1-4FE3-9159-FAA13019778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9E03AC1-34A0-47E0-B85C-ED44F3BE696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5E5B4-FEE1-4FE3-9159-FAA13019778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E03AC1-34A0-47E0-B85C-ED44F3BE696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5E5B4-FEE1-4FE3-9159-FAA13019778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E03AC1-34A0-47E0-B85C-ED44F3BE696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4"/>
          </p:nvPr>
        </p:nvSpPr>
        <p:spPr>
          <a:xfrm>
            <a:off x="1485900" y="1914525"/>
            <a:ext cx="6172200" cy="35109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7360" y="5513832"/>
            <a:ext cx="5669280" cy="548640"/>
          </a:xfrm>
        </p:spPr>
        <p:txBody>
          <a:bodyPr vert="horz" lIns="91440" tIns="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lang="en-US" sz="1400" b="0" i="0" kern="1200" cap="none" spc="0" baseline="0" smtClean="0">
                <a:solidFill>
                  <a:schemeClr val="tx1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855E5B4-FEE1-4FE3-9159-FAA13019778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9E03AC1-34A0-47E0-B85C-ED44F3BE6963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2209" y="2026918"/>
            <a:ext cx="5439582" cy="3263750"/>
          </a:xfrm>
          <a:solidFill>
            <a:schemeClr val="tx1"/>
          </a:solidFill>
          <a:ln w="69850" cmpd="dbl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1737360" y="5516880"/>
            <a:ext cx="5669280" cy="548640"/>
          </a:xfrm>
        </p:spPr>
        <p:txBody>
          <a:bodyPr vert="horz" lIns="91440" tIns="0" rIns="9144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1400" b="0" i="0" kern="1200" cap="none" spc="30" baseline="0" smtClean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2981325" y="273180"/>
            <a:ext cx="3181350" cy="292100"/>
          </a:xfrm>
        </p:spPr>
        <p:txBody>
          <a:bodyPr/>
          <a:lstStyle/>
          <a:p>
            <a:fld id="{E855E5B4-FEE1-4FE3-9159-FAA13019778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>
          <a:xfrm>
            <a:off x="4038600" y="6172200"/>
            <a:ext cx="1066800" cy="304800"/>
          </a:xfrm>
        </p:spPr>
        <p:txBody>
          <a:bodyPr/>
          <a:lstStyle/>
          <a:p>
            <a:fld id="{09E03AC1-34A0-47E0-B85C-ED44F3BE6963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>
          <a:xfrm>
            <a:off x="1447800" y="6486525"/>
            <a:ext cx="6248400" cy="2921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5E5B4-FEE1-4FE3-9159-FAA13019778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3AC1-34A0-47E0-B85C-ED44F3BE69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>
            <a:off x="4267200" y="3429000"/>
            <a:ext cx="6858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hidden">
          <a:xfrm>
            <a:off x="0" y="1"/>
            <a:ext cx="7696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6294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5E5B4-FEE1-4FE3-9159-FAA13019778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3AC1-34A0-47E0-B85C-ED44F3BE696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914401"/>
            <a:ext cx="92698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1335973"/>
            <a:ext cx="9144000" cy="5522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19301"/>
            <a:ext cx="8229600" cy="4117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81325" y="273180"/>
            <a:ext cx="318135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cap="all" spc="300" baseline="0">
                <a:solidFill>
                  <a:schemeClr val="tx1"/>
                </a:solidFill>
              </a:defRPr>
            </a:lvl1pPr>
          </a:lstStyle>
          <a:p>
            <a:fld id="{E855E5B4-FEE1-4FE3-9159-FAA13019778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486525"/>
            <a:ext cx="62484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0" b="0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8600" y="6172200"/>
            <a:ext cx="1066800" cy="3048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09E03AC1-34A0-47E0-B85C-ED44F3BE696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331436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ts val="400"/>
        </a:spcBef>
        <a:buNone/>
        <a:defRPr sz="1800" b="1" kern="1200" cap="all" spc="0" baseline="0">
          <a:solidFill>
            <a:schemeClr val="bg1">
              <a:lumMod val="75000"/>
              <a:lumOff val="25000"/>
            </a:schemeClr>
          </a:solidFill>
          <a:effectLst/>
          <a:latin typeface="+mj-lt"/>
          <a:ea typeface="+mj-ea"/>
          <a:cs typeface="Tunga" pitchFamily="2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Tx/>
        <a:buNone/>
        <a:defRPr sz="2000" b="0" i="0" kern="1200" cap="none" spc="30" baseline="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600" kern="1200">
          <a:solidFill>
            <a:schemeClr val="tx1"/>
          </a:solidFill>
          <a:latin typeface="+mn-lt"/>
          <a:ea typeface="+mn-ea"/>
          <a:cs typeface="Tahoma" pitchFamily="34" charset="0"/>
        </a:defRPr>
      </a:lvl3pPr>
      <a:lvl4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 baseline="0">
          <a:solidFill>
            <a:schemeClr val="tx1"/>
          </a:solidFill>
          <a:latin typeface="+mn-lt"/>
          <a:ea typeface="+mn-ea"/>
          <a:cs typeface="Tahoma" pitchFamily="34" charset="0"/>
        </a:defRPr>
      </a:lvl5pPr>
      <a:lvl6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Ml !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362200"/>
            <a:ext cx="7773987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4546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Foundations before ML!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en-US" dirty="0" smtClean="0"/>
              <a:t>Topics We will Cover 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2895600"/>
            <a:ext cx="358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000" dirty="0" smtClean="0"/>
              <a:t>Introduction To numpy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 smtClean="0"/>
              <a:t>Introduction To pandas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 smtClean="0"/>
              <a:t>Introduction To Matplotlib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 smtClean="0"/>
              <a:t>Introduction To Seabron 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4953000" y="2819400"/>
            <a:ext cx="3733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000" dirty="0" smtClean="0"/>
              <a:t>What is ML ?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 smtClean="0"/>
              <a:t>ML vs AI vs DL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 smtClean="0"/>
              <a:t>Types Of ML ?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 smtClean="0"/>
              <a:t>EDA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 smtClean="0"/>
              <a:t>Data Processing/Cleaning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 smtClean="0"/>
              <a:t>Feature Selection and Enginering</a:t>
            </a:r>
          </a:p>
          <a:p>
            <a:pPr marL="457200" indent="-457200">
              <a:buFont typeface="+mj-lt"/>
              <a:buAutoNum type="arabicParenR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07641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261" y="2057400"/>
            <a:ext cx="5343525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2119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57400"/>
            <a:ext cx="7964487" cy="361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1257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38400"/>
            <a:ext cx="32004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693" y="2514600"/>
            <a:ext cx="4124325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6379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Pandas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183" y="1981200"/>
            <a:ext cx="6430963" cy="462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9254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Pandas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286000"/>
            <a:ext cx="5324475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6812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Ml !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09800"/>
            <a:ext cx="7469187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7237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Ml !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2" y="2209800"/>
            <a:ext cx="7735887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9972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Ml !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67" y="2057400"/>
            <a:ext cx="7478713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1951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914400"/>
            <a:ext cx="70977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6997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131" y="1295400"/>
            <a:ext cx="7793037" cy="376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3026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066800"/>
            <a:ext cx="72390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9084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462088"/>
            <a:ext cx="6907213" cy="393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4524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0" y="1076325"/>
            <a:ext cx="6792913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5335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537" y="762000"/>
            <a:ext cx="7078663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2336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066800"/>
            <a:ext cx="6192837" cy="348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05000" y="4800600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Type on Google :</a:t>
            </a:r>
          </a:p>
          <a:p>
            <a:r>
              <a:rPr lang="en-US" dirty="0" err="1" smtClean="0"/>
              <a:t>Shahid</a:t>
            </a:r>
            <a:r>
              <a:rPr lang="en-US" dirty="0" smtClean="0"/>
              <a:t> </a:t>
            </a:r>
            <a:r>
              <a:rPr lang="en-US" dirty="0" err="1" smtClean="0"/>
              <a:t>Afridi</a:t>
            </a:r>
            <a:r>
              <a:rPr lang="en-US" dirty="0" smtClean="0"/>
              <a:t> 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13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66800"/>
            <a:ext cx="6221413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6630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438" y="1576388"/>
            <a:ext cx="6459537" cy="370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3122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2" y="1219200"/>
            <a:ext cx="7469187" cy="385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7581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63" y="1262063"/>
            <a:ext cx="7659687" cy="433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5796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49" y="990600"/>
            <a:ext cx="7631113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4511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83" y="408333"/>
            <a:ext cx="7450137" cy="321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1730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70" y="1219200"/>
            <a:ext cx="7554913" cy="30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3933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65" y="990600"/>
            <a:ext cx="7669213" cy="321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5258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047" y="838200"/>
            <a:ext cx="6611937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60619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8" y="990600"/>
            <a:ext cx="7602537" cy="330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21048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25" y="1271588"/>
            <a:ext cx="7116763" cy="431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1588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25" y="1095375"/>
            <a:ext cx="7116763" cy="466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8743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85800"/>
            <a:ext cx="8259763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9462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" y="1543050"/>
            <a:ext cx="7173913" cy="377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1942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3" y="1481138"/>
            <a:ext cx="7545387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04405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850" y="1538288"/>
            <a:ext cx="6716713" cy="378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61303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1066800"/>
            <a:ext cx="7345363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34107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3" y="1595438"/>
            <a:ext cx="7697787" cy="366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85262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762000"/>
            <a:ext cx="6459537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76258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1295400"/>
            <a:ext cx="7707313" cy="348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72141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25" y="1666875"/>
            <a:ext cx="7726363" cy="352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40571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219200"/>
            <a:ext cx="7840663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05918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88" y="1824038"/>
            <a:ext cx="7640637" cy="320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2424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52400"/>
            <a:ext cx="7640637" cy="320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128962"/>
            <a:ext cx="6440487" cy="351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25583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09600"/>
            <a:ext cx="7002463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07975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1"/>
            <a:ext cx="38862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81610"/>
            <a:ext cx="5410200" cy="532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18727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140" y="1066800"/>
            <a:ext cx="8069263" cy="348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56262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1066800"/>
            <a:ext cx="7326313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86375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4400"/>
            <a:ext cx="8305800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13912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24000"/>
            <a:ext cx="7021513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74091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9575" y="-109538"/>
            <a:ext cx="9964738" cy="707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33895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143000"/>
            <a:ext cx="7315200" cy="3845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20572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1" y="914400"/>
            <a:ext cx="7543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32587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81534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16819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14400"/>
            <a:ext cx="7612063" cy="420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9635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99" y="914400"/>
            <a:ext cx="7821613" cy="367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42520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ckTi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Black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lackTi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20000"/>
              </a:schemeClr>
            </a:gs>
            <a:gs pos="30000">
              <a:schemeClr val="phClr">
                <a:tint val="61000"/>
                <a:satMod val="220000"/>
              </a:schemeClr>
            </a:gs>
            <a:gs pos="45000">
              <a:schemeClr val="phClr">
                <a:tint val="66000"/>
                <a:satMod val="240000"/>
              </a:schemeClr>
            </a:gs>
            <a:gs pos="55000">
              <a:schemeClr val="phClr">
                <a:tint val="66000"/>
                <a:satMod val="220000"/>
              </a:schemeClr>
            </a:gs>
            <a:gs pos="73000">
              <a:schemeClr val="phClr">
                <a:tint val="61000"/>
                <a:satMod val="220000"/>
              </a:schemeClr>
            </a:gs>
            <a:gs pos="100000">
              <a:schemeClr val="phClr">
                <a:tint val="45000"/>
                <a:satMod val="22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  <a:satMod val="110000"/>
              </a:schemeClr>
            </a:gs>
            <a:gs pos="30000">
              <a:schemeClr val="phClr">
                <a:shade val="90000"/>
                <a:satMod val="120000"/>
              </a:schemeClr>
            </a:gs>
            <a:gs pos="45000">
              <a:schemeClr val="phClr">
                <a:shade val="100000"/>
                <a:satMod val="128000"/>
              </a:schemeClr>
            </a:gs>
            <a:gs pos="55000">
              <a:schemeClr val="phClr">
                <a:shade val="100000"/>
                <a:satMod val="128000"/>
              </a:schemeClr>
            </a:gs>
            <a:gs pos="73000">
              <a:schemeClr val="phClr">
                <a:shade val="90000"/>
                <a:satMod val="120000"/>
              </a:schemeClr>
            </a:gs>
            <a:gs pos="100000">
              <a:schemeClr val="phClr">
                <a:shade val="63000"/>
                <a:satMod val="11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7150" dist="38100" dir="5400000" algn="br" rotWithShape="0">
              <a:srgbClr val="000000">
                <a:alpha val="5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1800000"/>
            </a:lightRig>
          </a:scene3d>
          <a:sp3d>
            <a:bevelT w="44450" h="3175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20000"/>
              </a:schemeClr>
            </a:duotone>
          </a:blip>
          <a:stretch/>
        </a:blip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3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194</TotalTime>
  <Words>77</Words>
  <Application>Microsoft Office PowerPoint</Application>
  <PresentationFormat>On-screen Show (4:3)</PresentationFormat>
  <Paragraphs>24</Paragraphs>
  <Slides>53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BlackTie</vt:lpstr>
      <vt:lpstr>Introduction To Ml !</vt:lpstr>
      <vt:lpstr>Table Of Content</vt:lpstr>
      <vt:lpstr>Table Of Content</vt:lpstr>
      <vt:lpstr>Table Of Content</vt:lpstr>
      <vt:lpstr>Table Of Content</vt:lpstr>
      <vt:lpstr>Pandas</vt:lpstr>
      <vt:lpstr>Pandas</vt:lpstr>
      <vt:lpstr>Introduction To Ml !</vt:lpstr>
      <vt:lpstr>Introduction To Ml !</vt:lpstr>
      <vt:lpstr>Introduction To Ml 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Ml !</dc:title>
  <dc:creator>A.J Compute's</dc:creator>
  <cp:lastModifiedBy>A.J Compute's</cp:lastModifiedBy>
  <cp:revision>47</cp:revision>
  <dcterms:created xsi:type="dcterms:W3CDTF">2026-08-18T09:04:39Z</dcterms:created>
  <dcterms:modified xsi:type="dcterms:W3CDTF">2026-08-18T12:19:18Z</dcterms:modified>
</cp:coreProperties>
</file>